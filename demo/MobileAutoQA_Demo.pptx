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ln w="25400" cap="flat">
                <a:solidFill>
                  <a:srgbClr val="1C1C2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F9F27"/>
              </a:solidFill>
              <a:ln w="25400" cap="flat">
                <a:solidFill>
                  <a:srgbClr val="1C1C2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88780"/>
              </a:solidFill>
              <a:ln w="25400" cap="flat">
                <a:solidFill>
                  <a:srgbClr val="1C1C2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Healed</c:v>
                </c:pt>
                <c:pt idx="2">
                  <c:v>Skipped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A9A8B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3F2E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Sanity</c:v>
                  </c:pt>
                  <c:pt idx="1">
                    <c:v>Regression</c:v>
                  </c:pt>
                  <c:pt idx="2">
                    <c:v>Per-Jira</c:v>
                  </c:pt>
                  <c:pt idx="3">
                    <c:v>Sanity cases (Excel)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15</c:v>
                </c:pt>
                <c:pt idx="3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3F2E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A8B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675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1C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88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MobileAutoQA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58368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agent-driven mobile test automation for the UZIO Mobile app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" y="4617720"/>
            <a:ext cx="2754173" cy="411480"/>
          </a:xfrm>
          <a:prstGeom prst="roundRect">
            <a:avLst>
              <a:gd name="adj" fmla="val 4888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617720"/>
            <a:ext cx="27541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+ Python + pytest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13709" y="4617720"/>
            <a:ext cx="1667866" cy="411480"/>
          </a:xfrm>
          <a:prstGeom prst="roundRect">
            <a:avLst>
              <a:gd name="adj" fmla="val 4888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3709" y="4617720"/>
            <a:ext cx="16678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2742" y="4617720"/>
            <a:ext cx="3050438" cy="411480"/>
          </a:xfrm>
          <a:prstGeom prst="roundRect">
            <a:avLst>
              <a:gd name="adj" fmla="val 4888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2742" y="4617720"/>
            <a:ext cx="3050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+ local device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734349" y="4617720"/>
            <a:ext cx="2655418" cy="411480"/>
          </a:xfrm>
          <a:prstGeom prst="roundRect">
            <a:avLst>
              <a:gd name="adj" fmla="val 4888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4349" y="4617720"/>
            <a:ext cx="2655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6-strategy self-healing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5532120"/>
            <a:ext cx="4754880" cy="0"/>
          </a:xfrm>
          <a:prstGeom prst="line">
            <a:avLst/>
          </a:prstGeom>
          <a:noFill/>
          <a:ln w="12700">
            <a:solidFill>
              <a:srgbClr val="333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</a:t>
            </a:r>
            <a:pPr algn="l" indent="0" marL="0">
              <a:buNone/>
            </a:pPr>
            <a:r>
              <a:rPr lang="en-US" sz="15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Virat Saroha  ·  QA Engineering, UZIO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EXISTS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mobile QA doesn't scale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12264"/>
            <a:ext cx="438912" cy="438912"/>
          </a:xfrm>
          <a:prstGeom prst="ellipse">
            <a:avLst/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128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&amp; repetitive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54880" y="1874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needs the same login → navigate → clock in/out → logout checks re-run by hand.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907792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45536"/>
            <a:ext cx="438912" cy="438912"/>
          </a:xfrm>
          <a:prstGeom prst="ellipse">
            <a:avLst/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24612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Brittle UI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54880" y="290779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screens change text and layout often — scripts break and need constant babysitting.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941064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178808"/>
            <a:ext cx="438912" cy="438912"/>
          </a:xfrm>
          <a:prstGeom prst="ellipse">
            <a:avLst/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27939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9410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matrix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4754880" y="3941064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iOS, multiple OS versions and devices — impossible to cover manually each release.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974336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5212080"/>
            <a:ext cx="438912" cy="438912"/>
          </a:xfrm>
          <a:prstGeom prst="ellipse">
            <a:avLst/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531266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97433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traceability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4754880" y="497433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tie test runs back to Jira tickets, or to hand QA a clean, shareable report.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pipeline: ticket in, tested report out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 chains five specialised agents into a single autonomous flow. Point it at a Jira ticket or a whole suite — it writes the tests, runs them on real devices or the cloud, fixes its own broken locators, and ships a polished report to the team.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9933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1883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autonomous agents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92440" y="22494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generation → execution → healing → reporting.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2935224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31912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2440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 locators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092440" y="3447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6-strategy cascade survives RN text &amp; layout changes.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4133088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438912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4279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anywhere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092440" y="46451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device, simulator, or BrowserStack cloud.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15200" y="533095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558698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92440" y="5477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HTML reports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092440" y="58430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screenshots inline, auto-shared.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3703320"/>
            <a:ext cx="128016" cy="23774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17"/>
          <p:cNvSpPr/>
          <p:nvPr/>
        </p:nvSpPr>
        <p:spPr>
          <a:xfrm>
            <a:off x="859536" y="3685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RESULTS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160520"/>
            <a:ext cx="2075688" cy="1554480"/>
          </a:xfrm>
          <a:prstGeom prst="roundRect">
            <a:avLst>
              <a:gd name="adj" fmla="val 4706"/>
            </a:avLst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0080" y="43708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14/16</a:t>
            </a:r>
            <a:endParaRPr lang="en-US" sz="3800" dirty="0"/>
          </a:p>
        </p:txBody>
      </p:sp>
      <p:sp>
        <p:nvSpPr>
          <p:cNvPr id="26" name="Text 20"/>
          <p:cNvSpPr/>
          <p:nvPr/>
        </p:nvSpPr>
        <p:spPr>
          <a:xfrm>
            <a:off x="640080" y="513892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tests green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2852928" y="4160520"/>
            <a:ext cx="2075688" cy="1554480"/>
          </a:xfrm>
          <a:prstGeom prst="roundRect">
            <a:avLst>
              <a:gd name="adj" fmla="val 4706"/>
            </a:avLst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852928" y="43708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6/6</a:t>
            </a:r>
            <a:endParaRPr lang="en-US" sz="3800" dirty="0"/>
          </a:p>
        </p:txBody>
      </p:sp>
      <p:sp>
        <p:nvSpPr>
          <p:cNvPr id="29" name="Text 23"/>
          <p:cNvSpPr/>
          <p:nvPr/>
        </p:nvSpPr>
        <p:spPr>
          <a:xfrm>
            <a:off x="2852928" y="513892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green on device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065776" y="4160520"/>
            <a:ext cx="2075688" cy="1554480"/>
          </a:xfrm>
          <a:prstGeom prst="roundRect">
            <a:avLst>
              <a:gd name="adj" fmla="val 4706"/>
            </a:avLst>
          </a:prstGeom>
          <a:solidFill>
            <a:srgbClr val="242438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65776" y="43708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800" dirty="0"/>
          </a:p>
        </p:txBody>
      </p:sp>
      <p:sp>
        <p:nvSpPr>
          <p:cNvPr id="32" name="Text 26"/>
          <p:cNvSpPr/>
          <p:nvPr/>
        </p:nvSpPr>
        <p:spPr>
          <a:xfrm>
            <a:off x="5065776" y="513892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app-exit incidents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12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5-agent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476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/ suite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082735" y="18288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903" y="19476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39935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+ notify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610246" y="3593592"/>
            <a:ext cx="237744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Shape 8"/>
          <p:cNvSpPr/>
          <p:nvPr/>
        </p:nvSpPr>
        <p:spPr>
          <a:xfrm>
            <a:off x="4854732" y="3593592"/>
            <a:ext cx="237744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Shape 9"/>
          <p:cNvSpPr/>
          <p:nvPr/>
        </p:nvSpPr>
        <p:spPr>
          <a:xfrm>
            <a:off x="7099219" y="3593592"/>
            <a:ext cx="237744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4" name="Shape 10"/>
          <p:cNvSpPr/>
          <p:nvPr/>
        </p:nvSpPr>
        <p:spPr>
          <a:xfrm>
            <a:off x="9343705" y="3593592"/>
            <a:ext cx="237744" cy="45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2697480"/>
            <a:ext cx="1933590" cy="1828800"/>
          </a:xfrm>
          <a:prstGeom prst="roundRect">
            <a:avLst>
              <a:gd name="adj" fmla="val 5000"/>
            </a:avLst>
          </a:prstGeom>
          <a:solidFill>
            <a:srgbClr val="1C1C2B"/>
          </a:solidFill>
          <a:ln w="19050">
            <a:solidFill>
              <a:srgbClr val="7F77D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" y="2862072"/>
            <a:ext cx="1933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555" y="317296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" y="3776472"/>
            <a:ext cx="1933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080" y="4069080"/>
            <a:ext cx="1933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requirements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UzioMobile screens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884566" y="2697480"/>
            <a:ext cx="1933590" cy="1828800"/>
          </a:xfrm>
          <a:prstGeom prst="roundRect">
            <a:avLst>
              <a:gd name="adj" fmla="val 5000"/>
            </a:avLst>
          </a:prstGeom>
          <a:solidFill>
            <a:srgbClr val="1C1C2B"/>
          </a:solidFill>
          <a:ln w="19050">
            <a:solidFill>
              <a:srgbClr val="7F77D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2884566" y="2862072"/>
            <a:ext cx="1933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041" y="3172968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84566" y="3776472"/>
            <a:ext cx="1933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generation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2884566" y="4069080"/>
            <a:ext cx="1933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cases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Excel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129052" y="2697480"/>
            <a:ext cx="1933590" cy="1828800"/>
          </a:xfrm>
          <a:prstGeom prst="roundRect">
            <a:avLst>
              <a:gd name="adj" fmla="val 5000"/>
            </a:avLst>
          </a:prstGeom>
          <a:solidFill>
            <a:srgbClr val="1C1C2B"/>
          </a:solidFill>
          <a:ln w="19050">
            <a:solidFill>
              <a:srgbClr val="7F77D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129052" y="2862072"/>
            <a:ext cx="1933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0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3172968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9052" y="3776472"/>
            <a:ext cx="1933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129052" y="4069080"/>
            <a:ext cx="1933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simulator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cloud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373539" y="2697480"/>
            <a:ext cx="1933590" cy="1828800"/>
          </a:xfrm>
          <a:prstGeom prst="roundRect">
            <a:avLst>
              <a:gd name="adj" fmla="val 5000"/>
            </a:avLst>
          </a:prstGeom>
          <a:solidFill>
            <a:srgbClr val="1C1C2B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7373539" y="2862072"/>
            <a:ext cx="1933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10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014" y="3172968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73539" y="3776472"/>
            <a:ext cx="1933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373539" y="4069080"/>
            <a:ext cx="1933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6-strategy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repair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9618025" y="2697480"/>
            <a:ext cx="1933590" cy="1828800"/>
          </a:xfrm>
          <a:prstGeom prst="roundRect">
            <a:avLst>
              <a:gd name="adj" fmla="val 5000"/>
            </a:avLst>
          </a:prstGeom>
          <a:solidFill>
            <a:srgbClr val="1C1C2B"/>
          </a:solidFill>
          <a:ln w="19050">
            <a:solidFill>
              <a:srgbClr val="7F77DD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9618025" y="2862072"/>
            <a:ext cx="1933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10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0500" y="3172968"/>
            <a:ext cx="548640" cy="5486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618025" y="3776472"/>
            <a:ext cx="1933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9618025" y="4069080"/>
            <a:ext cx="1933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email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4663440" y="498348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242438"/>
          </a:solidFill>
          <a:ln w="12700">
            <a:solidFill>
              <a:srgbClr val="EF9F27"/>
            </a:solidFill>
            <a:prstDash val="dash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5129784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57800" y="49834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loop — patch locator, re-run execution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67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Per-Jira:  /requirements-agent  →  /test-generation-agent  →  /execution-agent  →  /self-healing-agent  →  /reporting-agent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12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" cy="1783080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483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0482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81328" y="24323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A8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config_loader · driver_factory · element_healer · base_page · locators · reporter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07408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828800"/>
            <a:ext cx="82296" cy="1783080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8483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20482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248656" y="24323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A8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objects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681728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dashboard · time_tracking · time_off — visible-text locators, no testIDs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74736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1828800"/>
            <a:ext cx="82296" cy="1783080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084832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5984" y="20482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015984" y="24323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A8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49056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· regression · per-Jira (PHIX-XXXXX) folders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3886200"/>
            <a:ext cx="82296" cy="1783080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42232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81328" y="4105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481328" y="44897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A8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console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14400" y="4873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pick suite &amp; platform, live log stream, report link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407408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407408" y="3886200"/>
            <a:ext cx="82296" cy="1783080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142232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48656" y="4105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mobile_apk/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5248656" y="44897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A8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681728" y="4873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/ IPA store — NRS Purple, PROD, teamadmin builds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174736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174736" y="3886200"/>
            <a:ext cx="82296" cy="1783080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142232"/>
            <a:ext cx="420624" cy="42062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015984" y="4105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9015984" y="44897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A8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8449056" y="4873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reports + Excel test-case workbooks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12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DIFFERENTIATOR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 element finder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locator fails, the healer tries six strategies in order and stops at the first hit — so a changed label or missing accessibility id doesn't fail the test.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4846320" cy="2971800"/>
          </a:xfrm>
          <a:prstGeom prst="roundRect">
            <a:avLst>
              <a:gd name="adj" fmla="val 276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564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 testIDs?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UzioMobile (React Native) ships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testIDs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element must be found by visible text. On Android, RN exposes labels via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@content-desc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@text — so every locator must check both.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5440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7675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LOCATOR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5669280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0E0E15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5669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@text='X' or @content-desc='X'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0" y="1691640"/>
            <a:ext cx="5715000" cy="676656"/>
          </a:xfrm>
          <a:prstGeom prst="roundRect">
            <a:avLst>
              <a:gd name="adj" fmla="val 945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16752" y="1847088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2"/>
          <p:cNvSpPr/>
          <p:nvPr/>
        </p:nvSpPr>
        <p:spPr>
          <a:xfrm>
            <a:off x="601675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65392" y="176479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95360" y="17647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@text or @content-desc = 'X'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52160" y="2487168"/>
            <a:ext cx="5715000" cy="676656"/>
          </a:xfrm>
          <a:prstGeom prst="roundRect">
            <a:avLst>
              <a:gd name="adj" fmla="val 945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16752" y="2642616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0" name="Text 17"/>
          <p:cNvSpPr/>
          <p:nvPr/>
        </p:nvSpPr>
        <p:spPr>
          <a:xfrm>
            <a:off x="6016752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65392" y="2560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Case-insensitive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595360" y="25603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lower-cased comparison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52160" y="3282696"/>
            <a:ext cx="5715000" cy="676656"/>
          </a:xfrm>
          <a:prstGeom prst="roundRect">
            <a:avLst>
              <a:gd name="adj" fmla="val 945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16752" y="3438144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2"/>
          <p:cNvSpPr/>
          <p:nvPr/>
        </p:nvSpPr>
        <p:spPr>
          <a:xfrm>
            <a:off x="601675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65392" y="33558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595360" y="335584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contains(@text / @content-desc)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852160" y="4078224"/>
            <a:ext cx="5715000" cy="676656"/>
          </a:xfrm>
          <a:prstGeom prst="roundRect">
            <a:avLst>
              <a:gd name="adj" fmla="val 945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16752" y="4233672"/>
            <a:ext cx="365760" cy="365760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30" name="Text 27"/>
          <p:cNvSpPr/>
          <p:nvPr/>
        </p:nvSpPr>
        <p:spPr>
          <a:xfrm>
            <a:off x="601675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565392" y="41513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 id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595360" y="41513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by ACCESSIBILITY_ID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852160" y="4873752"/>
            <a:ext cx="5715000" cy="676656"/>
          </a:xfrm>
          <a:prstGeom prst="roundRect">
            <a:avLst>
              <a:gd name="adj" fmla="val 945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16752" y="5029200"/>
            <a:ext cx="365760" cy="365760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35" name="Text 32"/>
          <p:cNvSpPr/>
          <p:nvPr/>
        </p:nvSpPr>
        <p:spPr>
          <a:xfrm>
            <a:off x="6016752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65392" y="49469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 class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595360" y="494690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common widget classes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852160" y="5669280"/>
            <a:ext cx="5715000" cy="676656"/>
          </a:xfrm>
          <a:prstGeom prst="roundRect">
            <a:avLst>
              <a:gd name="adj" fmla="val 9459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16752" y="5824728"/>
            <a:ext cx="365760" cy="36576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40" name="Text 37"/>
          <p:cNvSpPr/>
          <p:nvPr/>
        </p:nvSpPr>
        <p:spPr>
          <a:xfrm>
            <a:off x="6016752" y="5824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565392" y="57424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Page-source scan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595360" y="57424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page_source string search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Cross-platform, two run modes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76272"/>
            <a:ext cx="777240" cy="777240"/>
          </a:xfrm>
          <a:prstGeom prst="ellipse">
            <a:avLst/>
          </a:prstGeom>
          <a:solidFill>
            <a:srgbClr val="242438"/>
          </a:solidFill>
          <a:ln w="19050">
            <a:solidFill>
              <a:srgbClr val="1D9E7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591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2128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920240" y="2633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UiAutomator2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108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Samsung device, ADB-connected. 6/6 sanity green on the QA build.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92240" y="182880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12280" y="2176272"/>
            <a:ext cx="777240" cy="777240"/>
          </a:xfrm>
          <a:prstGeom prst="ellipse">
            <a:avLst/>
          </a:prstGeom>
          <a:solidFill>
            <a:srgbClr val="242438"/>
          </a:solidFill>
          <a:ln w="19050">
            <a:solidFill>
              <a:srgbClr val="F3F2E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3591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22128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772400" y="2633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F2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XCUITest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58000" y="3108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simulator or BrowserStack via uploaded .ipa. Cross-platform locators ready.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20624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60120" y="4553712"/>
            <a:ext cx="777240" cy="777240"/>
          </a:xfrm>
          <a:prstGeom prst="ellipse">
            <a:avLst/>
          </a:prstGeom>
          <a:solidFill>
            <a:srgbClr val="242438"/>
          </a:solidFill>
          <a:ln w="19050">
            <a:solidFill>
              <a:srgbClr val="378AD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73659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45902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BrowserStack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920240" y="50109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devices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05840" y="54864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S23 / iPhone 15 on demand. No local setup — upload build, run, watch live.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92240" y="420624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4553712"/>
            <a:ext cx="777240" cy="777240"/>
          </a:xfrm>
          <a:prstGeom prst="ellipse">
            <a:avLst/>
          </a:prstGeom>
          <a:solidFill>
            <a:srgbClr val="242438"/>
          </a:solidFill>
          <a:ln w="19050">
            <a:solidFill>
              <a:srgbClr val="7F77D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73659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0" y="45902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device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7772400" y="50109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Appium :4723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58000" y="54864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inner-loop on a plugged-in phone. Safe-back guards keep automation inside the app.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12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DELIVERABLE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the team actually opens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943600" cy="1024128"/>
          </a:xfrm>
          <a:prstGeom prst="roundRect">
            <a:avLst>
              <a:gd name="adj" fmla="val 8036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3055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75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Self-contained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 — inline CSS, base64 screenshots. Opens by double-click, works offline.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62656"/>
            <a:ext cx="5943600" cy="1024128"/>
          </a:xfrm>
          <a:prstGeom prst="roundRect">
            <a:avLst>
              <a:gd name="adj" fmla="val 8036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644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summary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508760" y="34655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donut, pass-rate gauge, summary cards, status filter pills.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096512"/>
            <a:ext cx="5943600" cy="1024128"/>
          </a:xfrm>
          <a:prstGeom prst="roundRect">
            <a:avLst>
              <a:gd name="adj" fmla="val 8036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98264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2428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 log inline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508760" y="45994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card expands to show its self-healing log and error message.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230368"/>
            <a:ext cx="5943600" cy="1024128"/>
          </a:xfrm>
          <a:prstGeom prst="roundRect">
            <a:avLst>
              <a:gd name="adj" fmla="val 8036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532120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5376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Auto-shared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08760" y="5733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 + email hooks fire on session teardown — team notified automatically.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03720" y="1828800"/>
            <a:ext cx="4663440" cy="4206240"/>
          </a:xfrm>
          <a:prstGeom prst="roundRect">
            <a:avLst>
              <a:gd name="adj" fmla="val 1957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run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040880" y="233172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Text 17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12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COVERED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Suites &amp; coverage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852160" cy="4114800"/>
          </a:xfrm>
          <a:prstGeom prst="roundRect">
            <a:avLst>
              <a:gd name="adj" fmla="val 2000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by suite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33172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1828800"/>
            <a:ext cx="4754880" cy="1298448"/>
          </a:xfrm>
          <a:prstGeom prst="roundRect">
            <a:avLst>
              <a:gd name="adj" fmla="val 6338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0756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589520" y="235915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Smoke: launch, login, bottom-nav, clock in/out, logout. The /mobile-sanity orchestrator runs it end-to-end.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12280" y="3236976"/>
            <a:ext cx="4754880" cy="1298448"/>
          </a:xfrm>
          <a:prstGeom prst="roundRect">
            <a:avLst>
              <a:gd name="adj" fmla="val 6338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348386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589520" y="37673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time-tracking flows — deeper than smoke, run via /mobile-regression.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12280" y="4645152"/>
            <a:ext cx="4754880" cy="1298448"/>
          </a:xfrm>
          <a:prstGeom prst="roundRect">
            <a:avLst>
              <a:gd name="adj" fmla="val 6338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489204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4809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Per-Jira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589520" y="517550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PHIX-86688, 95866, 97864, 97935… each ticket gets its own generated suite + Excel cases.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see in the demo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786384"/>
          </a:xfrm>
          <a:prstGeom prst="roundRect">
            <a:avLst>
              <a:gd name="adj" fmla="val 1046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02536"/>
            <a:ext cx="438912" cy="43891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06654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9202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the dashboard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60720" y="192024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dashboard.py — pick suite, platform, run mode.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724912"/>
            <a:ext cx="10927080" cy="786384"/>
          </a:xfrm>
          <a:prstGeom prst="roundRect">
            <a:avLst>
              <a:gd name="adj" fmla="val 1046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898648"/>
            <a:ext cx="438912" cy="43891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6265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57400" y="281635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sanity on a real device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760720" y="281635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login → nav → clock in/out → logout on the phone, live.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621024"/>
            <a:ext cx="10927080" cy="786384"/>
          </a:xfrm>
          <a:prstGeom prst="roundRect">
            <a:avLst>
              <a:gd name="adj" fmla="val 1046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3794760"/>
            <a:ext cx="438912" cy="43891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85876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57400" y="37124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a self-heal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5760720" y="371246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a locator, re-run, watch a fallback strategy recover it.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517136"/>
            <a:ext cx="10927080" cy="786384"/>
          </a:xfrm>
          <a:prstGeom prst="roundRect">
            <a:avLst>
              <a:gd name="adj" fmla="val 1046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" y="4690872"/>
            <a:ext cx="438912" cy="43891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5" name="Text 20"/>
          <p:cNvSpPr/>
          <p:nvPr/>
        </p:nvSpPr>
        <p:spPr>
          <a:xfrm>
            <a:off x="868680" y="4690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75488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057400" y="46085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HTML report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5760720" y="460857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Double-click the report — screenshots, donut, heal logs.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5413248"/>
            <a:ext cx="10927080" cy="786384"/>
          </a:xfrm>
          <a:prstGeom prst="roundRect">
            <a:avLst>
              <a:gd name="adj" fmla="val 1046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68680" y="5586984"/>
            <a:ext cx="438912" cy="43891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31" name="Text 25"/>
          <p:cNvSpPr/>
          <p:nvPr/>
        </p:nvSpPr>
        <p:spPr>
          <a:xfrm>
            <a:off x="868680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E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5650992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057400" y="55046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the Excel cases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5760720" y="55046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scripts.gen_sanity_testcases — styled multi-tab workbook.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46304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so far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6/6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32688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sanity tests green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physical Samsung device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1728" y="2057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14/16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700016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tests pass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0016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self-healing fixes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4736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9056" y="2057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467344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app-exit / drift incidents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67344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safety guards landed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32688" y="4910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agents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suite orchestrators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7408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4700016" y="4910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platforms covered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0016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iOS, cloud + local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74736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C1C2B"/>
          </a:solidFill>
          <a:ln w="12700">
            <a:solidFill>
              <a:srgbClr val="33334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4114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8467344" y="4910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sanity test cases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67344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to Excel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362895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D9E7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8288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3F2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walkthrough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MobileAutoQA</a:t>
            </a:r>
            <a:pPr algn="ctr" indent="0" marL="0">
              <a:buNone/>
            </a:pPr>
            <a:r>
              <a:rPr lang="en-US" sz="1500" dirty="0">
                <a:solidFill>
                  <a:srgbClr val="A9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Virat Saroha   ·   virat.saroha@uzio.com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MobileAutoQA — Demo</dc:title>
  <dc:subject>PptxGenJS Presentation</dc:subject>
  <dc:creator>Virat Saroha</dc:creator>
  <cp:lastModifiedBy>Virat Saroha</cp:lastModifiedBy>
  <cp:revision>1</cp:revision>
  <dcterms:created xsi:type="dcterms:W3CDTF">2026-06-22T08:42:42Z</dcterms:created>
  <dcterms:modified xsi:type="dcterms:W3CDTF">2026-06-22T08:42:42Z</dcterms:modified>
</cp:coreProperties>
</file>